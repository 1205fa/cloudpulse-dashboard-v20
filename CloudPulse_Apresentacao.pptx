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CloudPulse V20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Inteligência Competitiva com IA Multiagente</a:t>
            </a:r>
          </a:p>
          <a:p/>
          <a:p>
            <a:r>
              <a:t>Fabrício Pinheiro Santos</a:t>
            </a:r>
          </a:p>
          <a:p>
            <a:r>
              <a:t>Universidade Anhembi Morumbi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Custo do Ponto Cego Competitivo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Monitoramento manual: Horas perdidas rastreando concorrentes.</a:t>
            </a:r>
          </a:p>
          <a:p>
            <a:pPr/>
            <a:r>
              <a:t>❌ Dados espalhados: Informações perdidas em planilhas e e-mails.</a:t>
            </a:r>
          </a:p>
          <a:p>
            <a:pPr/>
            <a:r>
              <a:t>❌ Lentidão comercial: Reação demorada a promoções rivais.</a:t>
            </a:r>
          </a:p>
          <a:p>
            <a:pPr/>
            <a:r>
              <a:t>❌ Retrabalho constante: Zero automação no processo analítico.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CloudPulse V20: O Antídoto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IA Multiagente: Especialistas virtuais delegando tarefas.</a:t>
            </a:r>
          </a:p>
          <a:p>
            <a:pPr/>
            <a:r>
              <a:t>🧠 RAG Inteligente: Respostas precisas baseadas em dados reais.</a:t>
            </a:r>
          </a:p>
          <a:p>
            <a:pPr/>
            <a:r>
              <a:t>📊 Dashboard Web: O mercado inteiro em uma única tela.</a:t>
            </a:r>
          </a:p>
          <a:p>
            <a:pPr/>
            <a:r>
              <a:t>⚙️ Coleta Automática: Crawler invisível e implacável.</a:t>
            </a:r>
          </a:p>
          <a:p>
            <a:pPr/>
            <a:r>
              <a:t>📈 Relatórios Executivos: Insights diretos para tomada de decisão.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Real para o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Atualização Automática: Dados do mercado sempre frescos.</a:t>
            </a:r>
          </a:p>
          <a:p>
            <a:pPr/>
            <a:r>
              <a:t>✅ Alertas Inteligentes: Notificação imediata de mudanças.</a:t>
            </a:r>
          </a:p>
          <a:p>
            <a:pPr/>
            <a:r>
              <a:t>✅ Dashboard em Tempo Real: Agilidade na ponta da linha.</a:t>
            </a:r>
          </a:p>
          <a:p>
            <a:pPr/>
            <a:r>
              <a:t>✅ Busca Vetorial: Contexto exato em milissegundos.</a:t>
            </a:r>
          </a:p>
          <a:p>
            <a:pPr/>
            <a:r>
              <a:t>✅ Escalabilidade Serverless: Cresce com a demanda, sem travar.</a:t>
            </a:r>
          </a:p>
          <a:p>
            <a:pPr/>
            <a:r>
              <a:t>✅ Decisão sem Alucinação: Dados verificados pela arquitetura.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Cloud &amp; Serverless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motor por trás da plataforma:</a:t>
            </a:r>
          </a:p>
          <a:p>
            <a:pPr/>
            <a:r>
              <a:t>• Frontend e Gatilho: CloudFront ➔ S3 ➔ API Gateway</a:t>
            </a:r>
          </a:p>
          <a:p>
            <a:pPr/>
            <a:r>
              <a:t>• Orquestração e Processamento: AWS Lambda ➔ Step Functions</a:t>
            </a:r>
          </a:p>
          <a:p>
            <a:pPr/>
            <a:r>
              <a:t>• Cérebro da Inteligência: Amazon Bedrock ➔ OpenSearch</a:t>
            </a:r>
          </a:p>
          <a:p>
            <a:pPr/>
            <a:r>
              <a:t>• Persistência e Notificação: DynamoDB ➔ SES</a:t>
            </a:r>
          </a:p>
          <a:p>
            <a:pPr/>
            <a:r>
              <a:t>• Interface do Cliente: Dashboard Web em Tempo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Multiagente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Usuário faz uma pergunta no Dashboard.</a:t>
            </a:r>
          </a:p>
          <a:p>
            <a:pPr/>
            <a:r>
              <a:t>2. API Gateway roteia para o Agente Supervisor.</a:t>
            </a:r>
          </a:p>
          <a:p>
            <a:pPr/>
            <a:r>
              <a:t>3. O Supervisor delega para os Especialistas (Crawler, Analista).</a:t>
            </a:r>
          </a:p>
          <a:p>
            <a:pPr/>
            <a:r>
              <a:t>4. Sistema executa RAG (Retrieval-Augmented Generation).</a:t>
            </a:r>
          </a:p>
          <a:p>
            <a:pPr/>
            <a:r>
              <a:t>5. Resposta executiva e relatório são entregues na tela.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Ao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motor rodando na prática:</a:t>
            </a:r>
          </a:p>
          <a:p>
            <a:pPr/>
            <a:r>
              <a:t>► Login e Acesso Seguro</a:t>
            </a:r>
          </a:p>
          <a:p>
            <a:pPr/>
            <a:r>
              <a:t>► Dashboard de Monitoramento</a:t>
            </a:r>
          </a:p>
          <a:p>
            <a:pPr/>
            <a:r>
              <a:t>► Pesquisa Interativa</a:t>
            </a:r>
          </a:p>
          <a:p>
            <a:pPr/>
            <a:r>
              <a:t>► Geração de Relatório via IA</a:t>
            </a:r>
          </a:p>
          <a:p>
            <a:pPr/>
            <a:r>
              <a:t>► O Fim das Apresentações Estáticas.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o CloudPulse Domina?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IA Multiagente vs Chatbots Comuns</a:t>
            </a:r>
          </a:p>
          <a:p>
            <a:pPr/>
            <a:r>
              <a:t>✔ Agente Supervisor de Contexto</a:t>
            </a:r>
          </a:p>
          <a:p>
            <a:pPr/>
            <a:r>
              <a:t>✔ RAG Híbrido de altíssima precisão</a:t>
            </a:r>
          </a:p>
          <a:p>
            <a:pPr/>
            <a:r>
              <a:t>✔ Totalmente Event-Driven e Serverless</a:t>
            </a:r>
          </a:p>
          <a:p>
            <a:pPr/>
            <a:r>
              <a:t>✔ Segurança com Autenticação (Cognito)</a:t>
            </a:r>
          </a:p>
          <a:p>
            <a:pPr/>
            <a:r>
              <a:t>✔ Arquitetura pronta para SaaS (Software as a Service)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de Expansão (SaaS)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Self-Correction Agent (Validação autônoma dos dados)</a:t>
            </a:r>
          </a:p>
          <a:p>
            <a:pPr/>
            <a:r>
              <a:t>• Chat com Documentos (Análise de contratos e PDFs)</a:t>
            </a:r>
          </a:p>
          <a:p>
            <a:pPr/>
            <a:r>
              <a:t>• IA Multimodal (Avaliação visual de banners concorrentes)</a:t>
            </a:r>
          </a:p>
          <a:p>
            <a:pPr/>
            <a:r>
              <a:t>• Integração B2B (Alertas via WhatsApp, Slack e CRM)</a:t>
            </a:r>
          </a:p>
          <a:p>
            <a:pPr/>
            <a:r>
              <a:t>• Multi-Tenant (Painel administrativo e analytics global)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inteligência do mercado agora está nas suas mãos.</a:t>
            </a:r>
          </a:p>
          <a:p>
            <a:pPr/>
          </a:p>
          <a:p>
            <a:pPr/>
            <a:r>
              <a:t>[ INSERIR QR CODE DO SISTEMA AQUI ]</a:t>
            </a:r>
          </a:p>
          <a:p>
            <a:pPr/>
          </a:p>
          <a:p>
            <a:pPr/>
            <a:r>
              <a:t>GitHub: 1205fa/CloudPulse-Dashboard-V20</a:t>
            </a:r>
          </a:p>
          <a:p>
            <a:pPr/>
            <a:r>
              <a:t>LinkedIn: in/fabricio-pinheiro-santos</a:t>
            </a:r>
          </a:p>
          <a:p>
            <a:pPr/>
            <a:r>
              <a:t>Contato: fcalberico77@gmail.com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